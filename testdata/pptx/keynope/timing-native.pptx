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Keyn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ar"/>
          <p:cNvSpPr txBox="0"/>
          <p:nvPr/>
        </p:nvSpPr>
        <p:spPr>
          <a:xfrm>
            <a:off x="635000" y="635000"/>
            <a:ext cx="1905000" cy="1270000"/>
          </a:xfrm>
          <a:prstGeom prst="rect">
            <a:avLst/>
          </a:prstGeom>
          <a:solidFill>
            <a:srgbClr val="0044AA"/>
          </a:solidFill>
        </p:spPr>
      </p:sp>
      <p:sp>
        <p:nvSpPr>
          <p:cNvPr id="3" name="fade"/>
          <p:cNvSpPr txBox="0"/>
          <p:nvPr/>
        </p:nvSpPr>
        <p:spPr>
          <a:xfrm>
            <a:off x="635000" y="635000"/>
            <a:ext cx="1905000" cy="1270000"/>
          </a:xfrm>
          <a:prstGeom prst="rect">
            <a:avLst/>
          </a:prstGeom>
          <a:solidFill>
            <a:srgbClr val="0044AA"/>
          </a:solidFill>
        </p:spPr>
      </p:sp>
      <p:sp>
        <p:nvSpPr>
          <p:cNvPr id="4" name="wipe"/>
          <p:cNvSpPr txBox="0"/>
          <p:nvPr/>
        </p:nvSpPr>
        <p:spPr>
          <a:xfrm>
            <a:off x="635000" y="635000"/>
            <a:ext cx="1905000" cy="1270000"/>
          </a:xfrm>
          <a:prstGeom prst="rect">
            <a:avLst/>
          </a:prstGeom>
          <a:solidFill>
            <a:srgbClr val="0044AA"/>
          </a:solidFill>
        </p:spPr>
      </p:sp>
      <p:sp>
        <p:nvSpPr>
          <p:cNvPr id="5" name="zoom"/>
          <p:cNvSpPr txBox="0"/>
          <p:nvPr/>
        </p:nvSpPr>
        <p:spPr>
          <a:xfrm>
            <a:off x="635000" y="635000"/>
            <a:ext cx="1905000" cy="1270000"/>
          </a:xfrm>
          <a:prstGeom prst="rect">
            <a:avLst/>
          </a:prstGeom>
          <a:solidFill>
            <a:srgbClr val="0044AA"/>
          </a:solidFill>
        </p:spPr>
      </p:sp>
      <p:sp>
        <p:nvSpPr>
          <p:cNvPr id="6" name="together"/>
          <p:cNvSpPr txBox="0"/>
          <p:nvPr/>
        </p:nvSpPr>
        <p:spPr>
          <a:xfrm>
            <a:off x="635000" y="635000"/>
            <a:ext cx="1905000" cy="1270000"/>
          </a:xfrm>
          <a:prstGeom prst="rect">
            <a:avLst/>
          </a:prstGeom>
          <a:solidFill>
            <a:srgbClr val="0044AA"/>
          </a:solidFill>
        </p:spPr>
      </p:sp>
    </p:spTree>
  </p:cSld>
  <p:transition spd="slow" advClick="1" p14:dur="175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00"/>
                            </p:stCondLst>
                            <p:childTnLst>
                              <p:par>
                                <p:cTn id="5" presetID="1" presetClass="entr" presetSubtype="0" dur="1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dur="5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50"/>
                            </p:stCondLst>
                            <p:childTnLst>
                              <p:par>
                                <p:cTn id="16" presetID="22" presetClass="entr" presetSubtype="2" dur="35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80"/>
                            </p:stCondLst>
                            <p:childTnLst>
                              <p:par>
                                <p:cTn id="20" presetID="23" presetClass="entr" presetSubtype="16" dur="6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 zoomContents="1">
                                      <p:cBhvr>
                                        <p:cTn id="23" dur="600"/>
                                        <p:tgtEl>
                                          <p:spTgt spid="5"/>
                                        </p:tgtEl>
                                      </p:cBhvr>
                                      <p:from x="86000" y="86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 animBg="1"/>
      <p:bldP spid="3" grpId="1" build="allAtOnce" animBg="1"/>
      <p:bldP spid="6" grpId="1" build="allAtOnce" animBg="1"/>
      <p:bldP spid="4" grpId="2" build="allAtOnce" animBg="1"/>
      <p:bldP spid="5" grpId="3" build="allAtOnce" animBg="1"/>
    </p:bldLst>
  </p:timing>
</p:sld>
</file>

<file path=ppt/theme/theme1.xml><?xml version="1.0" encoding="utf-8"?>
<a:theme xmlns:a="http://schemas.openxmlformats.org/drawingml/2006/main" name="Keynope">
  <a:themeElements>
    <a:clrScheme name="Keynope">
      <a:dk1>
        <a:sysClr val="windowText" lastClr="000000"/>
      </a:dk1>
      <a:lt1>
        <a:sysClr val="window" lastClr="FFFFFF"/>
      </a:lt1>
      <a:dk2>
        <a:srgbClr val="1F1F24"/>
      </a:dk2>
      <a:lt2>
        <a:srgbClr val="F4F1E8"/>
      </a:lt2>
      <a:accent1>
        <a:srgbClr val="55AAFF"/>
      </a:accent1>
      <a:accent2>
        <a:srgbClr val="FF55AA"/>
      </a:accent2>
      <a:accent3>
        <a:srgbClr val="55FFAA"/>
      </a:accent3>
      <a:accent4>
        <a:srgbClr val="FFCC55"/>
      </a:accent4>
      <a:accent5>
        <a:srgbClr val="AA55FF"/>
      </a:accent5>
      <a:accent6>
        <a:srgbClr val="55FFFF"/>
      </a:accent6>
      <a:hlink>
        <a:srgbClr val="55AAFF"/>
      </a:hlink>
      <a:folHlink>
        <a:srgbClr val="AA55FF"/>
      </a:folHlink>
    </a:clrScheme>
    <a:fontScheme name="Keynop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eynop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round/>
          <a:headEnd type="none" w="med" len="med"/>
          <a:tailEnd type="none" w="med" len="med"/>
        </a:ln>
        <a:ln w="9525" cap="flat" cmpd="sng" algn="ctr">
          <a:solidFill>
            <a:schemeClr val="phClr"/>
          </a:solidFill>
          <a:prstDash val="solid"/>
          <a:round/>
          <a:headEnd type="none" w="med" len="med"/>
          <a:tailEnd type="none" w="med" len="med"/>
        </a:ln>
        <a:ln w="9525" cap="flat" cmpd="sng" algn="ctr">
          <a:solidFill>
            <a:schemeClr val="phClr"/>
          </a:solidFill>
          <a:prstDash val="solid"/>
          <a:round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Keynope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Keynope</dc:creator>
  <dc:title>Keynope Presentation</dc:title>
  <dcterms:created xsi:type="dcterms:W3CDTF">1980-01-01T00:00:00Z</dcterms:created>
</cp:coreProperties>
</file>